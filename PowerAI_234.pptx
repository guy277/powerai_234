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– Introduction. Présenter le nom du projet, le contexte bootcamp et les technos clés.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– Expliquer le problème (conseils génériques) et présenter les 4 étapes du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– Détailler le moteur : les 3 étapes (éligibilité, scoring, explication) et les 3 logiques smart.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– Montrer les deux démos en live (Koffi et Yao), puis conclure avec les KPIs et la phrase de clôture.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D4A017">
              <a:alpha val="35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3152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31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40"/>
                </a:solidFill>
              </a:rPr>
              <a:t>BOOTCAMP COT_GenAI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Finance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PowerAI_234 – Conseil bancaire intelligent &amp; personnalisé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27432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931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3931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Pandas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3931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NumPy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3931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SciPy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3931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&amp; l'Architecture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Le Problème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banques ont des milliers de données,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les conseils restent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C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GÉNÉRIQUES &amp; non justifiés.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931920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05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Notre Solution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4173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personnalisés,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immédiats et </a:t>
            </a:r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explicables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grâce à la Data Science.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traitement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1920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017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+ Faker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profils réalistes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04288" y="3858768"/>
            <a:ext cx="1828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2971800"/>
            <a:ext cx="1920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3017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0604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3886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anomalies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53128" y="3858768"/>
            <a:ext cx="1828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971800"/>
            <a:ext cx="1920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49240" y="3017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5488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886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+ Filter/Map/Reduce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Match 0–100%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01968" y="3858768"/>
            <a:ext cx="18288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12280" y="2971800"/>
            <a:ext cx="1920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30175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356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38862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interactive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Moteur de Recommandation 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41148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651760" cy="2194560"/>
          </a:xfrm>
          <a:prstGeom prst="roundRect">
            <a:avLst>
              <a:gd name="adj" fmla="val 5833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Éligibilité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du salaire minimum et de l'âge avant toute recommandation.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2194560"/>
          </a:xfrm>
          <a:prstGeom prst="roundRect">
            <a:avLst>
              <a:gd name="adj" fmla="val 5833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Match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0574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temps réel d'un Indice Match (0–100%). Plus le profil correspond, plus le score monte.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2194560"/>
          </a:xfrm>
          <a:prstGeom prst="roundRect">
            <a:avLst>
              <a:gd name="adj" fmla="val 5833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0574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génère automatiquement un justificatif (« Pourquoi ce choix ? ») pour chaque conseil.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Logiques « Smart » intégrées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02060">
              <a:alpha val="9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94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Auto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Basic / Standard / Premium adapté dynamiquement aux revenus.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7490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02060">
              <a:alpha val="9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794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Intelligent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4160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au risque déduite de l'objectif (ex. Urgence → profil Faible).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37490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02060">
              <a:alpha val="9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7947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Sosies Financiers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160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+ distance euclidienne identifie les clients similaires parmi les 100 profils.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Démonstrations &amp;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31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438912"/>
          </a:xfrm>
          <a:prstGeom prst="roundRect">
            <a:avLst>
              <a:gd name="adj" fmla="val 291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Profil Jeune Actif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Koffi Kouamé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ans — 120 000 FCFA — Objectif : Maison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Crédit Immobilier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Micro-Épargne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Similarité 92% avec Jean Kouassi (SciPy)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931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3931920" cy="438912"/>
          </a:xfrm>
          <a:prstGeom prst="roundRect">
            <a:avLst>
              <a:gd name="adj" fmla="val 29167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14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Profil Cadre Supérieur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Yao Paul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ans — 3 000 000 FCFA — Statut : PREMIUM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Gestion de Patrimoine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Obligations d'État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Bascule automatique → mode Premium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4472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clients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14600" y="33832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34472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606040" y="4114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Match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observé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3832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34472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54880" y="4114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Chi-Deux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338328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344728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03720" y="411480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FinTechs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0" y="4800600"/>
            <a:ext cx="3657600" cy="256032"/>
          </a:xfrm>
          <a:prstGeom prst="roundRect">
            <a:avLst>
              <a:gd name="adj" fmla="val 2142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800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640"/>
                </a:solidFill>
              </a:rPr>
              <a:t>PowerAI_234 – L'intelligence au service de votre patrimoine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PowerAI_234 – Smart Finance Recommender</dc:title>
  <dc:subject>PptxGenJS Presentation</dc:subject>
  <dc:creator>PptxGenJS</dc:creator>
  <cp:lastModifiedBy>PptxGenJS</cp:lastModifiedBy>
  <cp:revision>1</cp:revision>
  <dcterms:created xsi:type="dcterms:W3CDTF">2026-06-09T14:11:45Z</dcterms:created>
  <dcterms:modified xsi:type="dcterms:W3CDTF">2026-06-09T14:11:45Z</dcterms:modified>
</cp:coreProperties>
</file>